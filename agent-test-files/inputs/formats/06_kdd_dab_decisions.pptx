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disaster recovery targets (RTO/RPO) not agreed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Event-based stock sync - DAB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Context: nightly SFTP file causes up to one day of wrong availability at Rotterdam (NL01).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Alternatives rejected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Move from nightly batch to event-based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Hourly batch (still stale); DB replication (breaks GxP)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SAP Integration Suite as integration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Post only via standard goods movement BAPI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Pilot at Rotterdam (NL01)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